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88A27-FA18-41DE-9724-D9D6F25CB5C6}" v="3" dt="2026-09-22T10:36:13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50" d="100"/>
          <a:sy n="150" d="100"/>
        </p:scale>
        <p:origin x="-3426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khout, J. (Joost)" userId="86ece86d-8a1a-449b-aae1-5a9ecac02076" providerId="ADAL" clId="{364D4078-C4D2-4C25-A20E-109728476AA8}"/>
    <pc:docChg chg="undo custSel modSld">
      <pc:chgData name="Berkhout, J. (Joost)" userId="86ece86d-8a1a-449b-aae1-5a9ecac02076" providerId="ADAL" clId="{364D4078-C4D2-4C25-A20E-109728476AA8}" dt="2026-09-22T10:36:45.680" v="10" actId="732"/>
      <pc:docMkLst>
        <pc:docMk/>
      </pc:docMkLst>
      <pc:sldChg chg="addSp modSp mod">
        <pc:chgData name="Berkhout, J. (Joost)" userId="86ece86d-8a1a-449b-aae1-5a9ecac02076" providerId="ADAL" clId="{364D4078-C4D2-4C25-A20E-109728476AA8}" dt="2026-09-22T10:36:45.680" v="10" actId="732"/>
        <pc:sldMkLst>
          <pc:docMk/>
          <pc:sldMk cId="1539186271" sldId="256"/>
        </pc:sldMkLst>
        <pc:spChg chg="mod">
          <ac:chgData name="Berkhout, J. (Joost)" userId="86ece86d-8a1a-449b-aae1-5a9ecac02076" providerId="ADAL" clId="{364D4078-C4D2-4C25-A20E-109728476AA8}" dt="2026-09-22T10:34:52.237" v="0" actId="164"/>
          <ac:spMkLst>
            <pc:docMk/>
            <pc:sldMk cId="1539186271" sldId="256"/>
            <ac:spMk id="4" creationId="{D428F276-84A1-56B2-F399-873494756128}"/>
          </ac:spMkLst>
        </pc:spChg>
        <pc:spChg chg="mod">
          <ac:chgData name="Berkhout, J. (Joost)" userId="86ece86d-8a1a-449b-aae1-5a9ecac02076" providerId="ADAL" clId="{364D4078-C4D2-4C25-A20E-109728476AA8}" dt="2026-09-22T10:35:07.476" v="2" actId="1076"/>
          <ac:spMkLst>
            <pc:docMk/>
            <pc:sldMk cId="1539186271" sldId="256"/>
            <ac:spMk id="5" creationId="{B07CC5FF-DB59-C597-4D3C-F706E69D25DA}"/>
          </ac:spMkLst>
        </pc:spChg>
        <pc:spChg chg="mod">
          <ac:chgData name="Berkhout, J. (Joost)" userId="86ece86d-8a1a-449b-aae1-5a9ecac02076" providerId="ADAL" clId="{364D4078-C4D2-4C25-A20E-109728476AA8}" dt="2026-09-22T10:36:11.447" v="3"/>
          <ac:spMkLst>
            <pc:docMk/>
            <pc:sldMk cId="1539186271" sldId="256"/>
            <ac:spMk id="6" creationId="{B5E1236F-395B-7DFA-1BD5-25FD490D3850}"/>
          </ac:spMkLst>
        </pc:spChg>
        <pc:spChg chg="mod">
          <ac:chgData name="Berkhout, J. (Joost)" userId="86ece86d-8a1a-449b-aae1-5a9ecac02076" providerId="ADAL" clId="{364D4078-C4D2-4C25-A20E-109728476AA8}" dt="2026-09-22T10:36:11.447" v="3"/>
          <ac:spMkLst>
            <pc:docMk/>
            <pc:sldMk cId="1539186271" sldId="256"/>
            <ac:spMk id="7" creationId="{D744D1B5-5E9B-5016-9554-908A21E88222}"/>
          </ac:spMkLst>
        </pc:spChg>
        <pc:grpChg chg="add mod">
          <ac:chgData name="Berkhout, J. (Joost)" userId="86ece86d-8a1a-449b-aae1-5a9ecac02076" providerId="ADAL" clId="{364D4078-C4D2-4C25-A20E-109728476AA8}" dt="2026-09-22T10:34:52.237" v="0" actId="164"/>
          <ac:grpSpMkLst>
            <pc:docMk/>
            <pc:sldMk cId="1539186271" sldId="256"/>
            <ac:grpSpMk id="2" creationId="{B4F32D37-7D30-B3DC-D73D-5B1A400FB610}"/>
          </ac:grpSpMkLst>
        </pc:grpChg>
        <pc:grpChg chg="add mod">
          <ac:chgData name="Berkhout, J. (Joost)" userId="86ece86d-8a1a-449b-aae1-5a9ecac02076" providerId="ADAL" clId="{364D4078-C4D2-4C25-A20E-109728476AA8}" dt="2026-09-22T10:36:11.447" v="3"/>
          <ac:grpSpMkLst>
            <pc:docMk/>
            <pc:sldMk cId="1539186271" sldId="256"/>
            <ac:grpSpMk id="3" creationId="{B17BBE79-F05F-350F-D9D5-782DA549BDEC}"/>
          </ac:grpSpMkLst>
        </pc:grpChg>
        <pc:picChg chg="add mod modCrop">
          <ac:chgData name="Berkhout, J. (Joost)" userId="86ece86d-8a1a-449b-aae1-5a9ecac02076" providerId="ADAL" clId="{364D4078-C4D2-4C25-A20E-109728476AA8}" dt="2026-09-22T10:36:45.680" v="10" actId="732"/>
          <ac:picMkLst>
            <pc:docMk/>
            <pc:sldMk cId="1539186271" sldId="256"/>
            <ac:picMk id="9" creationId="{3D5FE2BF-E437-2A0D-3BA1-E9604A617A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CEBFB-8B69-BAE5-3F6B-548F59844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82BA2-60D1-694C-1A37-EA0C71563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DB8EB-CF02-D31D-96F1-A19B1FC3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D8A21-779B-E1A5-3ADC-9B638109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432B3-1929-7C80-7617-1FABD28A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254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BE89-08A1-B1F4-C6CD-456807AC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FDC6-1E0D-C940-B34D-1EA5901A5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FD9A5-22B2-73EF-DF4E-F04C639E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CACA2-21F9-8BDD-8BE0-D90E5073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CCF1D-F4C4-1744-B9F0-431795B8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614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A24F-4D18-20C7-03D0-48282BBF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27A45-CCEE-376C-78D5-06521A0AD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B3FEF-0B40-F985-1739-4BF542D9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2980D-23D7-06DE-8A3D-C11D2ABF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3EB91-553D-01B6-28C1-C4EBAA35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914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4147-9D75-E8E5-A7B6-BF5BFED2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479F-F785-C5B9-9344-DECCC3A96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4981E-6F96-0F56-B5E4-590C8381E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44C5E-17D0-E0C9-7F5D-277EBA10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CBE4-5429-70A7-7E49-ADB5A8C7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65658-E760-9515-A286-8BF8C177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909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0404-9651-970F-3AF5-C5279431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A6AA1-2F02-1758-252B-4B0086B0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60E72-55F7-F6A8-E557-BFFDAD0A4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A8650-FAF6-A39D-02F2-BDE1B43E0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C4097-0F3A-4D27-3353-E1D309ACE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15F48-D6AB-C14A-5B53-D5EA0A9B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4F9B0-380A-142E-5A1D-DA599CA79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0FDB6-2990-D4B0-954D-73E92F1C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133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3AC4-A8A3-9D49-FDA5-ABF8DF97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D1C70-9B7D-0DA4-981F-EE38BCF3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51312-9418-A0BE-680B-B8CAB9A6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12660-9674-2897-F499-06016BF6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949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955BE-6D18-F1AE-FFA6-ECCBDF53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262ED-377B-8870-7F32-089BF8B8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921D8-E41A-5E7C-2BD6-6F58A9C9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9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0BD4-EDF4-A18F-959E-AFCA0FC5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9E0F8-F250-65D4-76D4-DB05508BA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B12F9-C88F-A35D-0AFF-09CF51710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F043-252E-04A9-AC45-2344C421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5E101-9501-5644-EB5C-E7A6AA35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A1469-2AA2-66BE-301A-205575B3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91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091F-74D5-F35E-EC0D-BE7FC543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EE31A-81B3-6D95-42A7-DA97B468E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999E7-5318-26EE-74EF-F1FA16E29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1C64-3816-A436-945E-956EBFC8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717F5-6591-1C5A-F46C-AD80529D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9EB66-BF6D-E92A-E776-8AE562CD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8688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27C0-D7A2-C805-C355-386D9E23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88E0E-A441-4D60-F0ED-9EFE7A131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5582C-89BD-0B4A-1E1E-270C9822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1BFCB-022D-EA82-2569-AD23FCE2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046EC-5AB1-4F78-CC61-8329DE17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875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D4F11-A78A-3E4B-E1EC-D11D00E1B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212BB-1206-21C5-BD01-21B8B4AB7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AA765-72CF-FB29-E80D-30779276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60544-8822-ADA7-02DF-1ECEBC5B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2B01-5EE5-A171-4C7B-BAED22F9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741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0C261-C9FD-191D-0C37-BD22D117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E8193-FCE0-9E33-7359-3A72625A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15076-D235-831D-342D-E029BC82D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DA1B3-CF5F-4558-B8DC-0EDDB3763E2F}" type="datetimeFigureOut">
              <a:rPr lang="en-NL" smtClean="0"/>
              <a:t>22/09/2026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28D14-451F-CB6B-4042-C9F3D7C8B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0A781-1830-C9BB-FFC5-5DFA68E05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8CE1A-A7BF-49F7-BFB7-F552CB91284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942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F32D37-7D30-B3DC-D73D-5B1A400FB610}"/>
              </a:ext>
            </a:extLst>
          </p:cNvPr>
          <p:cNvGrpSpPr/>
          <p:nvPr/>
        </p:nvGrpSpPr>
        <p:grpSpPr>
          <a:xfrm>
            <a:off x="4349166" y="2319460"/>
            <a:ext cx="1891614" cy="2554545"/>
            <a:chOff x="4349166" y="2319460"/>
            <a:chExt cx="1891614" cy="25545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428F276-84A1-56B2-F399-873494756128}"/>
                </a:ext>
              </a:extLst>
            </p:cNvPr>
            <p:cNvSpPr/>
            <p:nvPr/>
          </p:nvSpPr>
          <p:spPr>
            <a:xfrm>
              <a:off x="4349166" y="2650925"/>
              <a:ext cx="1891614" cy="1891614"/>
            </a:xfrm>
            <a:prstGeom prst="ellipse">
              <a:avLst/>
            </a:prstGeom>
            <a:solidFill>
              <a:schemeClr val="accent3"/>
            </a:solidFill>
            <a:ln w="1968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7CC5FF-DB59-C597-4D3C-F706E69D25DA}"/>
                </a:ext>
              </a:extLst>
            </p:cNvPr>
            <p:cNvSpPr txBox="1"/>
            <p:nvPr/>
          </p:nvSpPr>
          <p:spPr>
            <a:xfrm>
              <a:off x="4692244" y="2319460"/>
              <a:ext cx="1205458" cy="255454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600" dirty="0"/>
                <a:t>S</a:t>
              </a:r>
              <a:endParaRPr lang="en-NL" sz="1660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D5FE2BF-E437-2A0D-3BA1-E9604A61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8" t="18954" r="21748" b="33403"/>
          <a:stretch>
            <a:fillRect/>
          </a:stretch>
        </p:blipFill>
        <p:spPr>
          <a:xfrm>
            <a:off x="6838949" y="2362200"/>
            <a:ext cx="2108201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86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Berkhout, J. (Joost)</dc:creator>
  <cp:lastModifiedBy>Berkhout, J. (Joost)</cp:lastModifiedBy>
  <cp:revision>1</cp:revision>
  <dcterms:created xsi:type="dcterms:W3CDTF">2026-09-22T10:17:39Z</dcterms:created>
  <dcterms:modified xsi:type="dcterms:W3CDTF">2026-09-22T10:36:47Z</dcterms:modified>
</cp:coreProperties>
</file>