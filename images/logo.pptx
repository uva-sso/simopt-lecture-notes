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150" d="100"/>
          <a:sy n="150" d="100"/>
        </p:scale>
        <p:origin x="-1080" y="-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CEBFB-8B69-BAE5-3F6B-548F598448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182BA2-60D1-694C-1A37-EA0C71563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DB8EB-CF02-D31D-96F1-A19B1FC39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DA1B3-CF5F-4558-B8DC-0EDDB3763E2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D8A21-779B-E1A5-3ADC-9B638109E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432B3-1929-7C80-7617-1FABD28AE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CE1A-A7BF-49F7-BFB7-F552CB9128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125428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BE89-08A1-B1F4-C6CD-456807ACE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8FDC6-1E0D-C940-B34D-1EA5901A5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FFD9A5-22B2-73EF-DF4E-F04C639E5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DA1B3-CF5F-4558-B8DC-0EDDB3763E2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CACA2-21F9-8BDD-8BE0-D90E50730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CCF1D-F4C4-1744-B9F0-431795B8B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CE1A-A7BF-49F7-BFB7-F552CB9128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66146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9A24F-4D18-20C7-03D0-48282BBF1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227A45-CCEE-376C-78D5-06521A0AD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B3FEF-0B40-F985-1739-4BF542D9A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DA1B3-CF5F-4558-B8DC-0EDDB3763E2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52980D-23D7-06DE-8A3D-C11D2ABF8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C3EB91-553D-01B6-28C1-C4EBAA351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CE1A-A7BF-49F7-BFB7-F552CB9128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29147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44147-9D75-E8E5-A7B6-BF5BFED20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3479F-F785-C5B9-9344-DECCC3A969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B4981E-6F96-0F56-B5E4-590C8381E7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944C5E-17D0-E0C9-7F5D-277EBA107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DA1B3-CF5F-4558-B8DC-0EDDB3763E2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82CBE4-5429-70A7-7E49-ADB5A8C72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65658-E760-9515-A286-8BF8C1772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CE1A-A7BF-49F7-BFB7-F552CB9128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79091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0404-9651-970F-3AF5-C5279431A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A6AA1-2F02-1758-252B-4B0086B08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760E72-55F7-F6A8-E557-BFFDAD0A44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BA8650-FAF6-A39D-02F2-BDE1B43E04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3C4097-0F3A-4D27-3353-E1D309ACEB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F15F48-D6AB-C14A-5B53-D5EA0A9BB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DA1B3-CF5F-4558-B8DC-0EDDB3763E2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B4F9B0-380A-142E-5A1D-DA599CA79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10FDB6-2990-D4B0-954D-73E92F1C0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CE1A-A7BF-49F7-BFB7-F552CB9128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61334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3AC4-A8A3-9D49-FDA5-ABF8DF975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ED1C70-9B7D-0DA4-981F-EE38BCF3D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DA1B3-CF5F-4558-B8DC-0EDDB3763E2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C51312-9418-A0BE-680B-B8CAB9A6E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112660-9674-2897-F499-06016BF64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CE1A-A7BF-49F7-BFB7-F552CB9128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29499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8955BE-6D18-F1AE-FFA6-ECCBDF537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DA1B3-CF5F-4558-B8DC-0EDDB3763E2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2262ED-377B-8870-7F32-089BF8B80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921D8-E41A-5E7C-2BD6-6F58A9C92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CE1A-A7BF-49F7-BFB7-F552CB9128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97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C0BD4-EDF4-A18F-959E-AFCA0FC51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F9E0F8-F250-65D4-76D4-DB05508BA7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EB12F9-C88F-A35D-0AFF-09CF51710B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33F043-252E-04A9-AC45-2344C421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DA1B3-CF5F-4558-B8DC-0EDDB3763E2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5E101-9501-5644-EB5C-E7A6AA354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8A1469-2AA2-66BE-301A-205575B3B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CE1A-A7BF-49F7-BFB7-F552CB9128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8919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3091F-74D5-F35E-EC0D-BE7FC543E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DEE31A-81B3-6D95-42A7-DA97B468E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2999E7-5318-26EE-74EF-F1FA16E292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B81C64-3816-A436-945E-956EBFC87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DA1B3-CF5F-4558-B8DC-0EDDB3763E2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F717F5-6591-1C5A-F46C-AD80529DC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B9EB66-BF6D-E92A-E776-8AE562CD0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CE1A-A7BF-49F7-BFB7-F552CB9128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86886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527C0-D7A2-C805-C355-386D9E23B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488E0E-A441-4D60-F0ED-9EFE7A131F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B5582C-89BD-0B4A-1E1E-270C98228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DA1B3-CF5F-4558-B8DC-0EDDB3763E2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1BFCB-022D-EA82-2569-AD23FCE2A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046EC-5AB1-4F78-CC61-8329DE177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CE1A-A7BF-49F7-BFB7-F552CB9128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187581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1D4F11-A78A-3E4B-E1EC-D11D00E1B0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3212BB-1206-21C5-BD01-21B8B4AB78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3AA765-72CF-FB29-E80D-307792768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DA1B3-CF5F-4558-B8DC-0EDDB3763E2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60544-8822-ADA7-02DF-1ECEBC5B5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02B01-5EE5-A171-4C7B-BAED22F9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8CE1A-A7BF-49F7-BFB7-F552CB9128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37413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D0C261-C9FD-191D-0C37-BD22D1176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0E8193-FCE0-9E33-7359-3A72625A8C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15076-D235-831D-342D-E029BC82D2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1DA1B3-CF5F-4558-B8DC-0EDDB3763E2F}" type="datetimeFigureOut">
              <a:rPr lang="en-NL" smtClean="0"/>
              <a:t>22/09/2026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A28D14-451F-CB6B-4042-C9F3D7C8B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0A781-1830-C9BB-FFC5-5DFA68E05A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38CE1A-A7BF-49F7-BFB7-F552CB9128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29421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428F276-84A1-56B2-F399-873494756128}"/>
              </a:ext>
            </a:extLst>
          </p:cNvPr>
          <p:cNvSpPr/>
          <p:nvPr/>
        </p:nvSpPr>
        <p:spPr>
          <a:xfrm>
            <a:off x="4349166" y="2650925"/>
            <a:ext cx="1891614" cy="1891614"/>
          </a:xfrm>
          <a:prstGeom prst="ellipse">
            <a:avLst/>
          </a:prstGeom>
          <a:solidFill>
            <a:schemeClr val="accent3"/>
          </a:solidFill>
          <a:ln w="1968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7CC5FF-DB59-C597-4D3C-F706E69D25DA}"/>
              </a:ext>
            </a:extLst>
          </p:cNvPr>
          <p:cNvSpPr txBox="1"/>
          <p:nvPr/>
        </p:nvSpPr>
        <p:spPr>
          <a:xfrm>
            <a:off x="4692244" y="2319460"/>
            <a:ext cx="1205458" cy="2554545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6600" dirty="0"/>
              <a:t>S</a:t>
            </a:r>
            <a:endParaRPr lang="en-NL" sz="16600" dirty="0"/>
          </a:p>
        </p:txBody>
      </p:sp>
    </p:spTree>
    <p:extLst>
      <p:ext uri="{BB962C8B-B14F-4D97-AF65-F5344CB8AC3E}">
        <p14:creationId xmlns:p14="http://schemas.microsoft.com/office/powerpoint/2010/main" val="15391862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Berkhout, J. (Joost)</dc:creator>
  <cp:lastModifiedBy>Berkhout, J. (Joost)</cp:lastModifiedBy>
  <cp:revision>1</cp:revision>
  <dcterms:created xsi:type="dcterms:W3CDTF">2026-09-22T10:17:39Z</dcterms:created>
  <dcterms:modified xsi:type="dcterms:W3CDTF">2026-09-22T10:17:55Z</dcterms:modified>
</cp:coreProperties>
</file>